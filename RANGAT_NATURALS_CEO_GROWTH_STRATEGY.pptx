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E2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C5654B"/>
                </a:solidFill>
                <a:latin typeface="Georgia"/>
              </a:rPr>
              <a:t>RANGAT NATURALS</a:t>
            </a:r>
          </a:p>
          <a:p>
            <a:r>
              <a:rPr sz="3200">
                <a:solidFill>
                  <a:srgbClr val="2F4F3E"/>
                </a:solidFill>
                <a:latin typeface="Georgia"/>
              </a:rPr>
              <a:t>The Founder's CEO Growth Strategy</a:t>
            </a:r>
          </a:p>
          <a:p>
            <a:pPr>
              <a:spcBef>
                <a:spcPts val="1500"/>
              </a:spcBef>
            </a:pPr>
            <a:r>
              <a:rPr sz="2200" i="1">
                <a:solidFill>
                  <a:srgbClr val="1A1A1A"/>
                </a:solidFill>
              </a:rPr>
              <a:t>From Zero to India's Trusted Skincare Brand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10058400" cy="822960"/>
          </a:xfrm>
          <a:prstGeom prst="roundRect">
            <a:avLst/>
          </a:prstGeom>
          <a:solidFill>
            <a:srgbClr val="2F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2200" i="1">
                <a:solidFill>
                  <a:srgbClr val="FFFFFF"/>
                </a:solidFill>
              </a:rPr>
              <a:t>"Skin you can trust. Routines you can actually follow."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F4F3E"/>
                </a:solidFill>
                <a:latin typeface="Calibri"/>
              </a:rPr>
              <a:t>v1.0  •  September 2026  •  Gujarat → India →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Agenda — 18 Sections +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1. Brand Positioning  •  2. Unique Selling Proposition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3. First Product Strategy  •  4. Pricing Strategy (₹299 → ₹699)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5. Gujarat Launch Strategy (Ahmedabad, Surat, Vadodara, Rajkot)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6. Customer Acquisition Ladder (10 → 10,000 customers)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7. Low-Budget Playbook (₹10K → ₹1L)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8. Organic Sales (Instagram, WhatsApp, salons, events)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9. Social Media Strategy  •  10. Advertising (Meta, Google, Amazon)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11. Trust Building  •  12. Repeat Purchase &amp; LTV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13. Competitor Strategy  •  14. Offline + Online Channels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15. Brand Expansion Roadmap (Phase 1 → Phase 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16. Sales Targets (Month 1 → Month 12)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17. 20 Biggest Mistakes to Avoid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18. CEO Verdict  •  30-Day  •  60-Day  •  90-Day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2F4F3E"/>
                </a:solidFill>
              </a:rPr>
              <a:t>RANGAT NATURALS — CEO Growth Strategy  •  Slide 2 of ~52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1.1 The Strategic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5654B"/>
                </a:solidFill>
                <a:latin typeface="Calibri"/>
              </a:rPr>
              <a:t>Indian skincare is a paradox: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1.4 billion people, Rs 25,000+ crore market, growing ~9% CAGR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Digitally native middle class buying skincare like never before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Shelf already crowded: pharma giants, derm brands, heritage, D2C, Instagram brands, Amazon generics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A new brand cannot win by being a 'better Minimalist' or 'cheaper Cetaphil'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It must win by owning a position NOBODY else owns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F4F3E"/>
                </a:solidFill>
                <a:latin typeface="Calibri"/>
              </a:rPr>
              <a:t>The positioning question: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5654B"/>
                </a:solidFill>
                <a:latin typeface="Calibri"/>
              </a:rPr>
              <a:t>"When a 22-year-old Gujarati woman sees this brand, what does she IMMEDIATELY understand it stands for, that no other brand stands for?"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1.2 The Positioning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F4F3E"/>
                </a:solidFill>
                <a:latin typeface="Calibri"/>
              </a:rPr>
              <a:t>For young Indian women (18-35) in Tier-1 and Tier-2 cities who want real skincare results without paying luxury prices and without applying 12-step Korean routines, RANGAT NATURALS is the honest, transparent, ingredient-led skincare brand from Gujarat that combines traditional Indian botanicals with clinically proven actives, at prices every Indian middle-class household can afford.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5654B"/>
                </a:solidFill>
                <a:latin typeface="Calibri"/>
              </a:rPr>
              <a:t>Taglines: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Primary (English): "Skin you can trust. Routines you can actually follow."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Gujarati: "ત્વચાને સાચો ભરોસો" (Tvachane sacho bharoso)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1.3 Brand Pillars + Personality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743200"/>
                <a:gridCol w="3474720"/>
                <a:gridCol w="3474720"/>
              </a:tblGrid>
              <a:tr h="762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Pillar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we DON'T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Honesty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No fake claims, no 12-hour miracles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List active % on pack, real before/afters, plain-English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Photoshop glow, anti-aging without SPF, hide ingredients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Indian + Modern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Botanicals + actives, not either-or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Saffron, kumkumadi, niacinamide, vitamin C, bakuchiol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Pretend pure Ayurveda OR pretend clinical with no soul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Affordable Luxury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Premium feel, mass-market price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Glass-like look, ₹299-₹599, generous 50ml size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₹1,500 serums OR ₹99 chemist plastic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Made for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Skin, climate, water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Tested Gujarat humidity, SPF for Indian UV, niacinamide for pigmentation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Copy-paste Korean or American formulations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Founder-led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Customers buy from people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 face on insert, video messages, WhatsApp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Hide behind logo, ignore DMs, outsource trust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F4F3E"/>
                </a:solidFill>
                <a:latin typeface="Calibri"/>
              </a:rPr>
              <a:t>Visual identity: Saffron #E2A04B • Terracotta #C5654B • Cream #F7F2EA • Forest #2F4F3E  |  Hand-drawn rangoli-inspired 'R' logo. Earth-warm palette — nobody else owns this.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2.1 The USP Stack — 5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Each layer alone is weak. Together unbeatable.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846320"/>
              </a:tblGrid>
              <a:tr h="762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competitors can't copy easily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1. Transparent actives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List active % on FRONT of pack: 'Vitamin C 10%'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Pharma giants hide INCI at back; new brands want to copy but choose not to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2. Gujarat-tested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6-week founder-led testing in 42°C, 85% humidity, 1100 ppm hard water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Big brands have global R&amp;D optimizing for global SKUs, not Indian conditions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3. Founder-accessible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 WhatsApp inside every box; responds &lt; 4 hrs (first 6 months)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Himalaya &amp; Minimalist CEOs don't reply to DMs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4. 3-step routine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Cleanse → treat → protect; not 10-step Korean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Most brands sell 14 products; we sell the routine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5. Price-for-value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Compete on actives per ₹, not cheapest. ₹499 with 10% beats ₹299 with 3%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Once explained in content, customers become loyal on logic, not price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2.2 The USP in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F4F3E"/>
                </a:solidFill>
                <a:latin typeface="Calibri"/>
              </a:rPr>
              <a:t>"RANGAT NATURALS is the only Indian skincare brand that prints active % on the front, tests every product in Gujarat's heat, gives you the founder's WhatsApp, and fits in a 3-step routine — at ₹299 to ₹599."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Battle cards — how we beat each competitor: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3832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5943600"/>
              </a:tblGrid>
              <a:tr h="65314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Competitor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Their pitch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counter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Himalaya / Patanjali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Natural, Ayurvedic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Plus we disclose active % — their aloe is mostly water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Cetaphil / CeraVe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Derm-recommended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Great. Our ₹499 serum has 3x the actives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Minimalist / Derma Co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Actives-focused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Same actives + founder DMs + climate-tested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mCaffeine / Plum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Trendy, packaging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Same energy + ₹100 less + Indian botanicals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Instagram brands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Instagram-famous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ISO mfg + batch testing + 6-week trials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Local chemist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Cheap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Cheap AND effective — here's the lab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2.3 What RANGAT Will NEVER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These phrases are dead. Customers see through them in 0.4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❌ "Ayurvedic" alone (every brand claims it, no one believes it)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❌ "Chemical-free" (a meaningless phrase — everything is chemicals, including water)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❌ "Korean / Japanese technology" (Gujarat customer doesn't care about K-beauty origin)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❌ "Celebrity-endorsed" (we don't have one, and shouldn't claim)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❌ "FDA-approved" (cosmetics don't need FDA approval in India — only CDSCO notification)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❌ "Cures pigmentation / eczema / acne" (medical claims — illegal &amp; damages trust)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❌ "Anti-aging without SPF data" (fear-based marketing)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❌ Photoshopped "glow" photos / AI-generated skin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❌ Hidden ingredient order — we list every active with % on FRONT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❌ Sponsored content that pretends to be organic (we always mark Sponsored)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3.1 The Hero SKU — Glow Serum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5654B"/>
                </a:solidFill>
                <a:latin typeface="Calibri"/>
              </a:rPr>
              <a:t>Why ONE product first (not 10):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F4F3E"/>
                </a:solidFill>
                <a:latin typeface="Calibri"/>
              </a:rPr>
              <a:t>Mamaearth (aloe vera gel first), Minimalist (vitamin C first), The Derma Co. (aha first), mCaffeine (under-eye first) all proved: single hero SKU → prove demand → expand. Launching 8 SKUs at once with no sales = death.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5654B"/>
                </a:solidFill>
                <a:latin typeface="Calibri"/>
              </a:rPr>
              <a:t>Product #1 specification: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918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961120"/>
              </a:tblGrid>
              <a:tr h="508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Attribute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RANGAT NATURALS Glow Serum — 'Ujaalo' (Gujarati for brightness)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30ml dark amber glass dropper bottle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Hero actives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10% L-Ascorbic Acid + 1% Hyaluronic Acid + 0.5% Ferulic Acid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Supporting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Vitamin E 0.5%, Kakadu plum extract (Vit C booster), saffron extract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Free from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Mineral oil, parabens, sulphates, synthetic fragrance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Cost to us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₹85-95 (incl. packaging)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~78% before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3.2 Why This Is the FIRST Product (8 Reasons)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1. Massive search demand, low brand loyalty — 6.2 lakh monthly Google searches for 'vitamin C serum' in India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2. Solves a real, visible, emotional problem — pigmentation, dullness, uneven tone (every Indian woman 19-35 wants this)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3. Repeat purchase built in — 30ml ÷ 4-5 drops/day = ~60 days (natural 2-month reorder cycle)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4. Easy to manufacture — every contract mfr (Ozone, Vedic, Marico arms) can make it; not asking for a custom molecule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5. Content-rich — 60+ pieces of content (Reels, carousels, before/after, myth-busting, ingredient deep-dive) about a single serum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6. Testable in 4-6 weeks — vitamin C results show in 4-6 weeks; perfect testimonial window for ads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7. Founder-friendly price — ₹499 is the sweet spot for first-time online skincare buyer (impulse-buy zone, above ₹199-299 'cheap junk' zone)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8. Founder has personal experience — authentically recommends, not from a slide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3.3 Target Customer + 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Target customer — 'Aisha, 24, Ahmedabad':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Age: 21-32 (sweet spot 23-28); 90% women, men as secondary after M4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Income: ₹25-75K/month household/personal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City: Tier-1 &amp; Tier-2 (Ahmedabad, Surat, Vadodara → Bangalore, Pune, Mumbai, Hyderabad)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Education: college-educated, English-comfortable, Instagram-active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Skin concern: dullness, pigmentation from sun, post-acne marks, uneven tone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Behaviour: tried 2-4 products (Himalaya, ponds, plum, minimalist); not loyal; doesn't want 10-step routine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Purchase trigger: wedding season, college reunion, festival look, 'glow up for reels'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Primary persona: marketing exec, ₹35K/month, Prahlad Nagar, spends ₹1,500-2,000/month on beauty, wants 'glass skin', trusts real reviews over 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F4F3E"/>
                </a:solidFill>
                <a:latin typeface="Calibri"/>
              </a:rPr>
              <a:t>Product roadmap (lock-in routine):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#1 (M1): Glow Serum ₹499 — 60% of revenue target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#2 (M3-4): Hydra-Repair Moisturizer (5% niacinamide + ceramides) ₹399 — natural next ask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#3 (M5-6): Sunshield SPF 50 PA++++ ₹599 — completes 3-step routine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#4+ (M7+): face wash ₹299 entry, night cream ₹699 (bakuchiol + retinol 0.3%), under-eye ₹449, lip mask ₹299, hair oil ₹399, body lotion ₹399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Rule: don't launch unless we can name 100 customers asking for it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Routine lock-in: 3-step customer = ₹1,497 over 6 months, LTV ₹900+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Bundle strategy: 'Glow Starter' ₹699 (save ₹199), 'RANGAT Routine' ₹1,099 (save ₹398)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4.1 Unit Economics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5654B"/>
                </a:solidFill>
                <a:latin typeface="Calibri"/>
              </a:rPr>
              <a:t>Why unit economics matter: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F4F3E"/>
                </a:solidFill>
                <a:latin typeface="Calibri"/>
              </a:rPr>
              <a:t>A new brand cannot compete on price against giants. We compete on value density (active per ₹). Unit economics MUST work: 60-70% gross margin leaves money for ads, retargeting, inserts, and profit.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5654B"/>
                </a:solidFill>
                <a:latin typeface="Calibri"/>
              </a:rPr>
              <a:t>Pricing architecture: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1089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6217920"/>
              </a:tblGrid>
              <a:tr h="65314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Price Point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Product example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₹299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Traffic-pull SKU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Face wash (100ml), Lip balm (10g), Mini trial (15ml)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Volume SKU (repeat)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Moisturizer (50g), Under-eye (15g), Hair oil (100ml)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₹499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Hero / Cash cow (60% revenue)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Vitamin C Glow Serum (30ml), Sunscreen (50g)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Premium mid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SPF 50 PA++++ (50g), Night cream retinol (30g)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₹699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Bundle or advanced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Advanced Night Repair, full Routine Kits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₹999+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Avoid until 50K+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Luxury positioning not yet earned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4.2 Price Point Breakdown (₹299 → ₹699)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80160"/>
                <a:gridCol w="1188720"/>
                <a:gridCol w="1188720"/>
                <a:gridCol w="914400"/>
                <a:gridCol w="1097280"/>
                <a:gridCol w="1371600"/>
                <a:gridCol w="1188720"/>
                <a:gridCol w="822960"/>
                <a:gridCol w="1371600"/>
              </a:tblGrid>
              <a:tr h="762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Product Cost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Packaging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Inbound+Storage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Payment (3%)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Marketplace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Cost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GM D2C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Mktg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Profit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₹299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28-38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22-30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97-115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61-68%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77-127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40-55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28-38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123-148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63-69%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116-141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₹499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70-95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35-50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168-208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58-66%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126-166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90-115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45-60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206-246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59-66%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163-203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₹699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110-140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55-75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244-294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58-65%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180-230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What each price point is for: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₹299 — Traffic-pull: gateway product to acquire first-time customers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₹399 — Volume: best for repeat purchase (moisturizer, body lotion)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₹499 — Hero: cash cow, 60% of revenue target; sweet spot for impulse buy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₹599 — Premium mid: products with multiple actives (sunscreen + niacinamide)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₹699 — Bundle or advanced: multi-active serums, retinol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4.3 Bundles + Discount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Bundles — lock in 3-product customers: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0515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371600"/>
                <a:gridCol w="1828800"/>
                <a:gridCol w="1828800"/>
                <a:gridCol w="1828800"/>
              </a:tblGrid>
              <a:tr h="1143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Bundle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MRP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Bundle Price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Customer Saves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Margin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Glow Starter (Serum + Moisturizer)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₹898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₹699 (22% off)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₹199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~52%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RANGAT 3-Step (Serum + Moisturizer + Sunscreen)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₹1,497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₹1,099 (27% off)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Night Ritual (Night Cream + Lip Mask + Under-eye)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₹1,447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₹1,099 (24% off)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₹348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~51%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F4F3E"/>
                </a:solidFill>
                <a:latin typeface="Calibri"/>
              </a:rPr>
              <a:t>Discount policy (CRITICAL — protects margin):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Never discount on Amazon unless Amazon pays (Great Indian Festival etc.)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First 100 customer freebies / ₹100 vouchers — Founder can approve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Influencer codes: 15-25% off (never 50% — signals 'not worth full price')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Subscribe &amp; Save: 10% off + free shipping (locks repeat purchase)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Festival/occasion discount capped at 20% (protects premium perception)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Target AOV across all customers: ₹650 (60% buy 1 product, 40% buy 2+)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5.1 Why Gujarat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5654B"/>
                </a:solidFill>
                <a:latin typeface="Calibri"/>
              </a:rPr>
              <a:t>Three reasons that outweigh 'national launch':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1. Founder is in Gujarat — founder's WhatsApp is on the box; customers in Ahmedabad reach a real human = 100x trust signal vs chatbot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2. Gujarati consumers are early adopters — Gujarat has highest per-capita retail spend in India after MH; female purchasing power is high; UPI/Jio/WhatsApp penetration is highest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3. Lower CAC — competition in Gujarat skincare is lower than Mumbai/Bangalore; influencer rates 30-50% lower; salons accessible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Strategy: dominate Gujarat in M1-6, then use Gujarat as case study + content library + review bank to expand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By M6, every Gujarati skincare buyer should hear of RANGAT from 2+ of: family → WhatsApp → parlour staff → local press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5.2 City-by-City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5120640"/>
                <a:gridCol w="2560320"/>
              </a:tblGrid>
              <a:tr h="762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Levers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 by M6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Ahmedabad (HQ)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M1-3, 60% focus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 IG, 30 salons, exhibitions, society demos, college ambassadors, derm sampling, garba stalls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600 customers, ₹3L revenue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Gandhinagar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M1-2 opportunistic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Govt employee wives network, Infocity/Sargasan IT HR tie-ups, school gifting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100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Surat (diamond capital)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M3-4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Diamond merchants' wives, textile showroom collabs, 5 Surat micro-influencers, salon chains (Looks, Lakme)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400 customers, ₹2L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Vadodara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M4-5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MSU + Parul student ambassadors, Sayajirao Park walkers, Maruti-Suzuki welfare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250 customers, ₹1.25L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Rajkot + Bhavnagar + Jamnagar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M6+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Founder's family networks, Saurashtra creators ₹2-3K each, shiprocket delivery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500 customers, ₹2.5L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5.3 Gujarati Content + Communities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Gujarati content playbook: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Half Gujarat's online population consumes Gujarati content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Not translated — culturally Gujarati: 'Kem cho?' hooks, 'dikri ne' tone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Navratri-special: 'Garba ra 9 raat ma skin glow karva nu plan'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Festival-tied drops: Diwali gift sets, Uttarayan dry-skin kits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Local landmark backgrounds (Sabarmati, Law Garden, Kankaria)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Founder testimonials with friends/family ('mari best friend pan have RANGAT vapre che')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Gujarati slang + memes ('sambhalo' warnings)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Mix: 50% English / 30% Hindi / 20% Gujarati (M1-6)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F4F3E"/>
                </a:solidFill>
                <a:latin typeface="Calibri"/>
              </a:rPr>
              <a:t>Communities to tap: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Apartment WhatsApp groups (Bodakdev, Prahlad Nagar, Vastrapur) — founder joins as resident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College WhatsApp groups (HL, NID, IIM-A) — friends add founder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Salon customer WhatsApp lists (owner shares info)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Gyms/yoga: Gold's, Cult, Fitness One (post-workout glow)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Wedding planners (10 in Ahmedabad) — bridesmaid gift sets ₹1,499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Maternal &amp; baby stores — mother &amp; baby expo sampling (high repeat)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Garba grounds (HDK, GMDC) — banner + sample distribution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Local press: Gujarat Samachar, Sandesh, Divya Bhaskar, Ahmedabad Mirror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6.1 The Principle — Tiered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We don't 'launch a marketing campaign.' We acquire customers one tier at a time, each tier funding the next.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20240"/>
          <a:ext cx="10332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828800"/>
                <a:gridCol w="1371600"/>
                <a:gridCol w="1371600"/>
                <a:gridCol w="5029200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CAC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Funding source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First 10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M0-1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₹0-50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Founder's network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First 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₹30-80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Word of mouth +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First 100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M1-2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₹80-120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Micro-influencers + salon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First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M2-3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₹100-180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Reels + WhatsApp + exhibitions + first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First 1,000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M3-4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₹150-220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First paid ads (small) + Amazon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First 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M4-6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₹180-260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Scaling Meta + Amazon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First 10,000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M6-9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₹200-280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Multi-channel, repeat purchase flywheel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6.2 Tier 1-3 Deep Dive (First 100 Customers)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C5654B"/>
                </a:solidFill>
                <a:latin typeface="Calibri"/>
              </a:rPr>
              <a:t>TIER 1 — First 10 (Founder's network)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Personal WhatsApp to 50 known contacts (real humans)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Offer ₹349 (₹150 off). 'I'll refund personally if it doesn't work'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Numbered bottles #1-#10 (special feeling)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Follow up Day 7 personally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Conversion: 20-30% → 10-15 orders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Reorder: 50% by D30 = 5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TIER 2 — First 50 (Samples + WOM)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50 sample kits (5ml mini + insert + ₹50-off coupon)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Hand-deliver to apartment, office, college, gym, family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Sample-to-buy rate: 60-70%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50 samples → 30-35 orders at ₹449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+ 10-15 from Tier 1 = Total 50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Reorder: 60% by D35 = 30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C5654B"/>
                </a:solidFill>
                <a:latin typeface="Calibri"/>
              </a:rPr>
              <a:t>TIER 3 — First 100 (Salons + Influencers)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3-5 salons (Prahlad Nagar, Bodakdev) give samples during facials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5 micro-influencers gifted + unique code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First Gujarati Reels hit 50K+ views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First exhibition (HL College fest, IIM-A cultural)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30 salon + 25 influencer + 10 founder + 35 IG = 100 customers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Cost: ₹3-5K (samples only, no cash influencer)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Conversion math: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Tier 1: 10 orders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Tier 2: +40 orders (samples)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Tier 3: +50 orders (salons + influencers + IG)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= 100 customers cumulative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Cost blended: ₹80-120 per customer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1A"/>
                </a:solidFill>
                <a:latin typeface="Calibri"/>
              </a:rPr>
              <a:t>Revenue: ₹40-50K (AOV ₹450)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6.3 Tier 4-7 (500 → 10,000 Customers)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Each tier mixes organic + paid; repeat orders compound.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704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6126480"/>
                <a:gridCol w="1645920"/>
                <a:gridCol w="109728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Channels (mix)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Expected orders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CAC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4: First 500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M2-3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100 IG organic + 150 Meta ads (₹15K) + 100 WhatsApp+referrals + 100 salons/exhibitions + 50 Amazon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500 cumulative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₹100-180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5: First 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M3-4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400 Meta (₹45K) + 200 Amazon (₹20K ads) + 150 IG/referrals + 100 salons/exhibitions + 100 Nykaa/WA + 50 Surat/Vadodara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1,000 cumulative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₹150-220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6: First 5,000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M4-6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National Meta ₹1.5L/mo + Google ₹30-50K + Amazon Sponsored + 100 micro-influencers + PR + launch Sunscreen + cross-sell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5,000 cumulative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₹180-260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7: First 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M6-9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Brand search ads + retargeting 50K+ visitors + 300+ creators + 1,500-2K subscribers + RANGAT Club loyalty + corporate gifting 30 IT companies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10,000 cumulative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₹200-280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7.1 The Budget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Most Indian D2C founders start with ₹1-3 lakh personal savings. We plan like every rupee is the last.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5303520"/>
              </a:tblGrid>
              <a:tr h="65314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Largest line items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₹10K Bootstrapping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 time + 10 free samples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 sweat equity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₹25K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Inventory + first paid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Product (₹7.5K) + Meta test (₹4.2K) + stall (₹5K)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₹50K Growth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Inventory + scaled Meta + Amazon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Ads + Amazon (₹22K + ₹15K + ₹8K)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₹1L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Ads dominate (50%+ budget)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Meta + Google + Amazon + Influencers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₹3L+ National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Ads + team + marketplaces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Meta + Amazon + team salaries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₹10L+ Established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TV/OOH/celeb (Phase 3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Mix of paid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7.2 Budget Breakdown (₹10K / ₹25K / ₹50K / ₹1L)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21615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301752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₹10K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₹25K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₹50K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₹1L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First batch product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7,500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22,000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Free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Meta ads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4,200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Amazon setup + first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Exhibition stall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Salon partnership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Influencer gifting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7,500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Surat activation (exhibitions + salons + creators)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Nykaa onboarding + listing photos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Packaging insert +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Subscription tool (Loop)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Shipping subsidies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Misc / buffer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5,000+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2,300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9,500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TOTAL (approx)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81K (funded by 25K+25K rev)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1.95L (funded by 1L+revenue)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C5654B"/>
                </a:solidFill>
                <a:latin typeface="Calibri"/>
              </a:rPr>
              <a:t>Golden rule at every budget: 40-50% INVENTORY • 30-40% CUSTOMER ACQUISITION • 10-15% BRAND/PACKAGING • 5-10% BUFFER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8.1 Why Organic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5654B"/>
                </a:solidFill>
                <a:latin typeface="Calibri"/>
              </a:rPr>
              <a:t>The principle: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F4F3E"/>
                </a:solidFill>
                <a:latin typeface="Calibri"/>
              </a:rPr>
              <a:t>Paid ads are the easiest way to spend money. Organic is the hardest way to make money. That is exactly why we start organic — and only move to paid when organic is exhausted. A brand that can't sell organically will fail the day its ad budget runs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What organic gives us: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Customer learnings — what hooks work, what objections come up, what language customers use, what builds trust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We then feed these learnings into paid ads (creative + audience + offer)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Lower CAC, compounding returns, sustainable flywheel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Real testimonials and UGC that money can't buy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8.2 Instagram Organic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Content pillars (5 types, rotate weekly):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Educational (Ingredients) — 25%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Founder-led (Human) — 25%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Customer (UGC + testimonials) — 20%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Routine / How-to — 20%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Promo / Product — 10%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Posting cadence: 5-7 Reels/week, 2-3 carousels, daily stories, 1 weekly live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Best times IST: 9 PM, 12 PM, 8 PM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Bio: 'Honest skincare from Gujarat 🌿 | 10% Vit C @ ₹499 | Shop👇'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Highlights: Our Story • Ingredients • Reviews • Routine • FAQs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F4F3E"/>
                </a:solidFill>
                <a:latin typeface="Calibri"/>
              </a:rPr>
              <a:t>Production (DIY — total cost ~₹2K/month):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Equipment: phone (iPhone 12+/flagship Android) + ring light ₹500 + tripod ₹400 + lavalier mic ₹600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Format: vertical 9:16, 15-60 sec, first 1.5 sec = hook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Editing: CapCut (free) + captions (text-on-screen) + trending audio + 1080p export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30 proven hooks (e.g., 'Stop scrolling if you've ever wasted money on skincare')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20 carousel ideas (5 mistakes with vitamin C, morning vs night routine)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Daily stories: BTS, customer DMs, polls, question box, product in hand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Weekly Live Sunday 8 PM: 30-45 min, founder-led, Q&amp;A + demo + special offer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8.3 WhatsApp + Offline Organic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WhatsApp — most underused channel in Indian D2C: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Tools: WhatsApp Business App (free, first 1K customers); Wati/Interakt (₹1,500/mo from M6)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Funnel: lead capture → nurture → conversion → retention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D0: order placed welcome + tracking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D3: 'Start with 3 drops on clean skin in the morning'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D7: 'How's your skin feeling? Reply with good or irritated'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D30: reorder + ₹50 off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D45: cross-sell moisturizer (₹100 off)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D60: 'Tell a friend, get ₹100'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5 broadcast lists of 256 each (1,280 max)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Daily WhatsApp status: BTS, packing, founder life (5-10/day)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F4F3E"/>
                </a:solidFill>
                <a:latin typeface="Calibri"/>
              </a:rPr>
              <a:t>Offline organic selling: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Exhibitions: college fests, garba grounds, Diwali mela, wedding expos (30-300/event)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Pop-up stores: high-street malls (₹8-25K/weekend, 20-50 bottles)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Society commerce: founder joins 5-10 apartment WhatsApp groups; clubhouse demos (15-25 customers/event)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Office commerce: HR teams of 5-10 IT companies; 'wellness Wednesday' (10-15% conversion)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Wedding commerce: 10 planners × bridesmaid gift boxes ₹999 × 10-30 boxes/wedding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Community: WhatsApp Glow Circle of 100-200 customers; quarterly offline 'Skincare 101' workshop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Expected: at M12, organic = 30-40% of total orders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9.1 Platform Priority + Multilingual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5654B"/>
                </a:solidFill>
                <a:latin typeface="Calibri"/>
              </a:rPr>
              <a:t>Platform priority (M1-6):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286000"/>
                <a:gridCol w="8321040"/>
              </a:tblGrid>
              <a:tr h="508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Indian women 18-35 live here; visual, shoppable, Reels-friendly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Most direct, highest-conversion channel in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YouTube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Long-form reviews, ingredient deep-dives, SEO compounding (5+ year shelf life)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Facebook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Older demo (30-50), retargeting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Pinterest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Skincare boards, drives Google traffic for years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Twitter/X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PR, founder thought leadership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LinkedIn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B2B, recruitment, PR (founder personal)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Skip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Snapchat/TikTok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Low ROI / banned in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F4F3E"/>
                </a:solidFill>
                <a:latin typeface="Calibri"/>
              </a:rPr>
              <a:t>Multilingual content: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50% English / 30% Hindi (Hinglish) / 20% Gujarati in M1-6 (when 70% revenue is Gujarat)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By M9, English dominates as national reach kicks 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9.2 Weekly Calendar + 30 Hooks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7589520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Reel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Educational (ingredient)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Carousel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Routine / how-to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Wed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Reel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Founder-led (personal)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Thu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Static + 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Customer UGC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Fri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Reel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Trending hook / relatable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Q&amp;A / Routine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Sun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Reel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Promo / product spotlight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Top 12 Reel hooks (first 1.5 seconds decide watch/skip):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"Stop scrolling if you've ever wasted money on skincare"  •  "I tried 30 vitamin C serums — here's what I learned"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"Why I left my job to make ₹499 serums"  •  "Apply your serum like THIS, not like that"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"The biggest lie in Indian skincare"  •  "5 ingredients your dermatologist actually wants you to use"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"If your serum is ₹299, this is why"  •  "Customer review that made me tear up"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"Why we put 10% on the front of the box"  •  "What ₹499 buys you at RANGAT NATURALS"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"The one skincare mistake I see everywhere"  •  "Don't buy sunscreen until you watch this"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10.1 When to Start Ads (Critical)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C5654B"/>
                </a:solidFill>
                <a:latin typeface="Calibri"/>
              </a:rPr>
              <a:t>DO NOT run paid ads in Month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F4F3E"/>
                </a:solidFill>
                <a:latin typeface="Calibri"/>
              </a:rPr>
              <a:t>Most new Indian brands burn their budget on Day 1 ads and have no money for M2. Paid ads require creative + audience + offer + funnel + retargeting. None exist on Day 1. Without them, every rupee is wasted.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Right sequence: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840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760720"/>
              </a:tblGrid>
              <a:tr h="762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Ad spend allowed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0-50 customers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Build organic (IG + WhatsApp + salons + samples)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50-500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₹15K/mo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First Meta test ₹500/day; validate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500-2,000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₹50K-1L/mo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Scale what works; Amazon ads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2,000-5,000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₹1.5-3L/mo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Multi-channel (Meta + Google + Amazon + influencers)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5,000+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₹3-10L/mo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Brand search + retargeting + loyalty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10.2 Meta Ads — Campaign Structure (Month 3 Starter)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3 campaigns × ₹500/day = ₹1,500/day = ₹45,000/month to start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188720"/>
                <a:gridCol w="3200400"/>
                <a:gridCol w="2834640"/>
              </a:tblGrid>
              <a:tr h="1143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Audience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Creative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Top of Funnel (Awareness)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Video views / Profile visits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₹500/day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Women 21-32, Ahmedabad + 50km; interests: minimalist, plum, mCaffeine, skincare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Best-performing Reels (already viral organically)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Middle of Funnel (Consideration)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Website visits / Add to cart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₹500/day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Women 21-35, India; interests: skincare, beauty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Carousel of ingredient breakdown + founder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Bottom of Funnel (Conversion)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Purchase / Add to cart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₹500/day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Retargeting: website visitors + IG engagers + customer lookalikes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UGC testimonials + offer ('₹100 off first order')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10.3 Google + Amazon Ads + Scaling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C5654B"/>
                </a:solidFill>
                <a:latin typeface="Calibri"/>
              </a:rPr>
              <a:t>Google Ads (start M4-5):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Search: 'vitamin c serum', 'niacinamide serum', 'sunscreen no white cast' (₹1-2K/day, CPC ₹5-15, CVR 3-5%)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Shopping: visual product ads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YouTube pre-roll: on competitor videos (₹500/day)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Brand search (defense): 'rangatnaturals serum' (₹100-300/day, CVR 8-15%)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Monthly: M4-5: ₹15-45K → M6-9: ₹45-90K → M9-12: ₹90-150K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Amazon Ads (start M3-4):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Sponsored Products (keyword bidding, ₹500-1,500/day)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Sponsored Brands (banner on Amazon, ₹300-500/day)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Sponsored Display (retarget browsers, ₹300-500/day)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Deals: Lightning/Save during sales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ACoS target: 25-35% early → 20-25% later; TACoS &lt; 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C5654B"/>
                </a:solidFill>
                <a:latin typeface="Calibri"/>
              </a:rPr>
              <a:t>Meta scaling roadmap: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F4F3E"/>
                </a:solidFill>
                <a:latin typeface="Calibri"/>
              </a:rPr>
              <a:t>M3: ₹500-1,500/day, 3-5 ad sets, ROAS 1.5-2x  •  M4: ₹1,500-2,500/day, 6-10 ad sets, ROAS 1.8-2.5x  •  M5: ₹2,500-5,000/day, 10-15 ad sets, ROAS 2.0-2.8x  •  M6: ₹5,000-8,000/day, 15-20 ad sets, ROAS 2.2-3.0x  •  M9: ₹8,000-15,000/day, 20-30 ad sets, ROAS 2.5-3.5x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11.1 Why Trust Is the Hardest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For an unknown brand, trust &gt; product. Customers can buy a similar product from a known brand. We remove the risk in their head: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"What if it's fake?"  •  "What if it ruins my skin?"  •  "What if I don't get a refund?"  •  "What if they don't reply to my complaint?"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The Trust Stack (10 layers):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749039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029200"/>
                <a:gridCol w="5577840"/>
              </a:tblGrid>
              <a:tr h="4156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 it shows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Visible ingredient % on FRONT of pack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Packaging, website, ads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 WhatsApp in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Inside every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Social proof: reviews, UGC, testimonials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Website, Amazon, IG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Manufacturing transparency: ISO/GMP/city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Box, website, factory Reels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Compliance: CDSCO notified, cruelty-free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Packaging, website footer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Risk reversal: 7-day money-back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Banner, ads, product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Customer support: &lt; 1 hr WhatsApp reply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DMs, WhatsApp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Return/refund: 7-day no questions 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Website, insert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Consistent content (daily posts, weekly lives)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Public proof (founder packing, factory visit)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Reels, LinkedIn,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11.2 Reviews + Compliance + Refunds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Reviews roadmap: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M3: 50-100 reviews, target 4.4+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M6: 300-500 reviews, target 4.5+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M12: 2,000+ reviews, target 4.5+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M6: 30 video testimonials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M12: 200 video testimonials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Methods: in-box insert, WhatsApp follow-up, Amazon Vine (₹5-15K for 30 reviews), gifting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NEVER: buy fake reviews, incentivize 5-stars only, use stock photos as reviews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Before/after: consent + same lighting + 'results may vary'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Refund target: &lt; 2% (vs industry 3-5%)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NPS: 50+ by M6, 65+ by M12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F4F3E"/>
                </a:solidFill>
                <a:latin typeface="Calibri"/>
              </a:rPr>
              <a:t>Compliance + certifications: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Mandatory (Indian law): CDSCO Sugam notification (₹5-10K/product), mfg license (in mfr cost), INCI labelling, batch number, MRP, expiry, net weight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Voluntary trust signals: Cruelty-free / Vegan (₹0-15K/yr), Dermatologically tested (₹30-80K/product), GMP-certified (already required)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What we display on pack: 'Made in India 🇮🇳', 'Cruelty-free 🐰', 'Dermatologically tested', 'Manufactured in GMP-certified facility', batch/MFG/EXP, MRP, net weight, customer care, founder WhatsApp (first 6 months), QR code → full ingredient breakdown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RANGAT Promise: '7-day no-questions refund; if skin reacts, refund + derm-recommended alternative; damaged product replaced immediately'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12.1 Why Repeat Purchase Is THE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5654B"/>
                </a:solidFill>
                <a:latin typeface="Calibri"/>
              </a:rPr>
              <a:t>The math: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2F4F3E"/>
                </a:solidFill>
                <a:latin typeface="Calibri"/>
              </a:rPr>
              <a:t>New skincare brand with 1,000 customers: spend ₹200 to acquire 1/day → 365 new customers/year, OR get 30% to reorder → 300 orders from same base. Option B is 5x cheaper — and the foundation of a brand.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Reorder cycles by product (drives the calendar):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3832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2286000"/>
                <a:gridCol w="3017520"/>
              </a:tblGrid>
              <a:tr h="65314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Daily usage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Reorder cycle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Glow Serum (30ml)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0.25ml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30ml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120 days (4 mo)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Hydra Moisturizer (50g)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0.8g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50g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62 days (2 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Sunshield SPF (50g)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1.2g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50g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42 days (1.5 mo)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Face Wash (100ml)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1.5ml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100ml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67 days (2 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Night Cream (30g)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0.5g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30g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60 days (2 mo)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Hair Oil (100ml)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100ml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50 days (1.7 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12.2 Reorder + Cross-Sell + Subscription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WhatsApp reorder engine: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D0: Order placed welcome + tracking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D3: 'Start with 3 drops on clean skin'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D7: 'How's your skin feeling?' + ask for review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D14: Real customer results (carousel)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D30: Reorder + ₹50 off (1-tap)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D45 (if not reordered): Last chance ₹50 off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D45 (cross-sell): 'Pair with moisturizer ₹100 off: PAIR100'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D60: '87% pair with moisturizer'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D75: Bundle last call (Serum + Moisturizer ₹699)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Email parallel sequence with same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F4F3E"/>
                </a:solidFill>
                <a:latin typeface="Calibri"/>
              </a:rPr>
              <a:t>Subscriptions + loyalty: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Subscribe &amp; Save: every 30/45/60 days; 15% off + free shipping (Loop app ₹1.5K/mo)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Subscription % targets: M3 5% → M6 10% → M12 15-20%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Bundles: 'Glow Starter' ₹699, 'RANGAT 3-Step' ₹1,099, 'Night Ritual' ₹1,099, 'Travel Kit' ₹599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Bundle conversion target: 15-20% of single-product customers in 90 days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Loyalty: RANGAT Glow Club (3 tiers — Starter ₹0-2K, Hero ₹2-5K, Legend ₹5K+)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Points: 1/₹10 → 100 pts = ₹100 off; 1000 pts = free product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Referral: 'Give ₹100, Get ₹100' (5-8% in Y1, 15% in Y2)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Win-back: D90 (slipping), D180 (lapsed), D365 (churned)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12.3 LTV Calculation +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LTV formula: AOV × Purchase Frequency × Customer Lifespan × Gross Margin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011680"/>
                <a:gridCol w="2011680"/>
                <a:gridCol w="2194560"/>
              </a:tblGrid>
              <a:tr h="65314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Cohort: 1,000 customers (Year 1)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Conservative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Realistic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Optimistic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AOV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₹500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₹550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₹600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Orders per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Gross margin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LTV per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₹413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₹660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₹975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CAC (target ₹200)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LTV:CAC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2.1:1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3.3:1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4.9:1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Repeat purchase scorecard: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6634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011680"/>
                <a:gridCol w="2011680"/>
                <a:gridCol w="2194560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M6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M12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Repeat purchase (90-day)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Bundle attach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Subscription conversion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Referral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AOV (all customers)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₹500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₹600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₹700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LTV (Year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LTV:CAC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2:1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3:1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4:1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13.1 The Landscape 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1828800"/>
                <a:gridCol w="3474720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Price band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Their weakness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Pharma giants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Himalaya, Patanjali, Cipla, Emami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₹50-₹500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Weak actives, no innovation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Derm brands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Cetaphil, CeraVe, Eucerin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₹400-₹1,500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Imported, weak for Indian climate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Heritage Indian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Forest Essentials, Kama, Biotique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₹500-₹3,000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No actives, 'pure' Ayurveda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Modern D2C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Minimalist, Plum, mCaffeine, The Derma Co.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₹300-₹800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Crowded, expensive CAC, copy-paste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Instagram brands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Sugandha, Pahadi, Just Herbs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₹300-₹900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No lab, scaling issues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Amazon generics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50+ no-name brands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₹99-₹499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No brand, no loyalty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Pharmacy skincare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Simple, Bioderma, La Roche-Posay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₹400-₹2,500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Imported, weak Indian formulation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13.2 The Gap + What We Never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5654B"/>
                </a:solidFill>
                <a:latin typeface="Calibri"/>
              </a:rPr>
              <a:t>The white space: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No brand combines (1) active-led formulation, (2) Indian climate testing, (3) founder accessibility, (4) routine simplicity, at ₹299-₹599, with full ingredient transparency. Minimalist has 1+4, not 2+3. Himalaya has 1+4 weakly, not 3. Forest Essentials has 4, not 1. RANGAT owns all four.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The 'Don't Copy' Manifesto: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❌ Use Minimalist's grey / Plum's purple / mCaffeine's black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❌ Use the word 'minimalist' (it's their word)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❌ Claim 'Korean / Japanese' inspiration (we are proudly Indian)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❌ Launch 30 SKUs in Year 1 (focused, not scattered)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❌ Buy 5-star reviews (we earn them)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❌ Fear-based marketing (we are honest)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❌ Sponsor Bollywood celebrity at our stage (we sponsor founder WhatsApp)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❌ Hide actives in the back (we put them on the front)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Pricing: mid-market ₹299-₹699  •  Moat: founder trust + Gujarat distribution + review depth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14.1 Channel Priority — The 20-Channel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Trying all 20 at once is the #1 reason Indian D2C brands fail. Cash + attention spread thin.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0332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743200"/>
                <a:gridCol w="1645920"/>
                <a:gridCol w="548640"/>
                <a:gridCol w="2743200"/>
                <a:gridCol w="2103120"/>
              </a:tblGrid>
              <a:tr h="4156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Instagram organic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Nykaa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M4-5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WhatsApp 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Google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M4-5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D2C website (Shopify)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Week 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Society commerce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M3+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Salons (offline)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Week 2-3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Wedding 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M4+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Local exhibitions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Week 3-4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Meesho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M6+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Amazon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M2-3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Beauty clinics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M6+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Meta ads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M3+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Local cosmetic stores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M6+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Micro-influencer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M2+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Pharmacies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YouTube long-form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M2+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Big retail chains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Phase 2-3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4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Flipkart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M4-5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International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14.2 Target Mix +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Target channel mix at Month 12: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5303520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% of revenue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D2C website (Shopify)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35-40%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Amazon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25-30%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Instagram/WhatsApp organic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15-20%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Salons + offline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5-10%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Nykaa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5-8%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Flipkart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3-5%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Other (Meesho, society, wedding)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2-5%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F4F3E"/>
                </a:solidFill>
                <a:latin typeface="Calibri"/>
              </a:rPr>
              <a:t>Decision tree: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Are you at &lt; 100 customers? → Focus ONLY on Instagram + WhatsApp + salons. Nothing else.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&lt; 1,000? → Add D2C site + Amazon + micro-influencers + exhibitions.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&lt; 5,000? → Add Meta ads + Google ads + Nykaa + Flipkart.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5,000+? → Add Meesho + beauty clinics + local cosmetic stores.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15.1 The 4-Phase Roadmap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554480"/>
                <a:gridCol w="2286000"/>
                <a:gridCol w="283464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Geography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Revenue Target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1: Gujarat Domination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Gujarat only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M1-9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₹25-35L cumulative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1,500-2,500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2: National D2C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Pan-India 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M9-18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₹1-2 Cr 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10,000-15,000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3: National Scale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Pan-India + offline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M18-36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₹5-15 Cr annual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50,000-100,000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4: International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SE Asia, UAE, UK, 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Y3-5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₹50+ Cr 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200,000+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Phase 1 detail — Gujarat Domination: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Strategy: 50% Gujarati / 30% Hindi / 20% English content  •  Distribution: D2C 35% + Salons 25% + Amazon 20% + Events 15% + WhatsApp 5%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Marketing: 60% organic + 30% Meta ads + 10% influencer  •  Team: founder + 1 helper + freelance designer + freelance video editor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KPIs at M9: 1,500-2,500 customers, 35% repeat, AOV ₹550, ₹30-35L cumulative, 25K IG followers, 500+ reviews, NPS 50+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15.2 Phase Transition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Every phase transition has explicit triggers. We don't move forward until they're met.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46720"/>
              </a:tblGrid>
              <a:tr h="1143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Transition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Triggers (ALL must be met)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PHASE 1 → PHASE 2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1,500+ Gujarat customers • 35% repeat • 3 SKUs selling • LTV:CAC &gt; 3:1 • Profitable unit economics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PHASE 2 → 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₹1 Cr annual run rate • Meta+Google ROAS &gt; 2.5x • Amazon top 500 in category • 10K customers • Team of 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PHASE 3 → PHASE 4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Calibri"/>
                        </a:rPr>
                        <a:t>₹5 Cr+ revenue • 20%+ aided brand awareness in metros • 5+ SKUs • Team of 15+ • International regulatory readiness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Expansion philosophy: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"Don't expand to grow. Expand because customers are pulling you." If Mumbai customers find RANGAT on Amazon organically, that's a signal to expand. If no one in Mumbai is buying, no amount of advertising fixes that. Customer-led expansion beats CEO-led expansion every time.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16.1 Sales Targets — M1 → M12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Conservative, realistic. Most Indian D2C founders overestimate. We will not.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554480"/>
                <a:gridCol w="1554480"/>
                <a:gridCol w="1554480"/>
                <a:gridCol w="1554480"/>
                <a:gridCol w="182880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M2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M6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M12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50-80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100-150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200-280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600-900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1,500-2,500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New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50-80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80-130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150-200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400-600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800-1,500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Repeat customers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50-80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200-300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700-1,000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₹650-700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₹25-40K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₹47-70K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₹1-1.4L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₹3.5-5.2L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₹9.75-17.5L/mo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Cumulative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₹30K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₹2.5L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₹14L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₹75L+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Marketing spend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₹5K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₹15K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₹25K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₹2.5L/mo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Net (after mktg)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₹5-15K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₹13-27K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₹35-60K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₹1.1-2.1L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₹3.35-8L/mo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CAC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₹0-50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₹125-150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₹180-220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₹200-280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LTV (early)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₹900-1,200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LTV:CAC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4:1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3:1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3:1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4:1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Repeat (90-day)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30-35%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40-45%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Subscription 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5-8%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12-15%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Cumulative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10,000-15,000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16.2 Revenue Mix + M12 P&amp;L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C5654B"/>
                </a:solidFill>
                <a:latin typeface="Calibri"/>
              </a:rPr>
              <a:t>Revenue mix by month: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9418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554480"/>
                <a:gridCol w="1554480"/>
                <a:gridCol w="1554480"/>
                <a:gridCol w="1554480"/>
              </a:tblGrid>
              <a:tr h="508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M1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M3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M6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M12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D2C site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₹12K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₹48K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₹1.4L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₹4.5L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Amazon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₹1.2L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₹3.5L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IG/WhatsApp organic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₹10K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₹30K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₹70K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₹1.5L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Salons + 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₹3K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₹40K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₹80K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Nykaa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₹30K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₹90K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Flipkart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₹60K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Referrals + reorders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₹7K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₹50K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₹2L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₹1.2L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₹4L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₹12L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Month 12 P&amp;L: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737360"/>
          <a:ext cx="5486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371600"/>
              </a:tblGrid>
              <a:tr h="508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Line item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Monthly (₹)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Annual (₹)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12,00,000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1,44,00,000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4,80,000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57,60,000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Gross profit (60%)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7,20,000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86,40,000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Marketing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2,50,000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30,00,000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Team salaries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1,50,000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18,00,000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Rent + 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6,00,000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Misc + buffer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3,60,000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EBITDA (20%)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2,40,000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28,80,000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C5654B"/>
                </a:solidFill>
                <a:latin typeface="Calibri"/>
              </a:rPr>
              <a:t>Goal: profitable at EBITDA level by M12. Many Indian brands reach ₹1 Cr revenue but burn cash. We aim to be profitable.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17.1 The 20 Mistakes (Part 1 of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029200"/>
                <a:gridCol w="5669280"/>
              </a:tblGrid>
              <a:tr h="4156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Mistake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fatal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Launching 10 SKUs at once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No SKU gets traction; inventory scattered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Spending ₹50K on Day 1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No PMF means ads buy wrong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Hiring ₹25-50K/mo marketing agency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Agency optimizes for its revenue, not yours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Building custom-coded website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Buggy, slow, low conversion = revenue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Listing on 6 marketplaces on Day 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Each listing has 0 reviews, 0 sales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Buying fake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Amazon catches + bans; reputation destroyed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Celebrity post before ₹1 Cr revenue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Celebrity customers don't repeat purchase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Ignoring repeat purchase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Brand busy replacing churners, never profitable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Manufacturing internationally for premium feel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Customer can't tell; ₹15L locked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Skipping founder accessibility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Customers buy BECAUSE founder is accessible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17.2 The 20 Mistakes (Part 2 of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029200"/>
                <a:gridCol w="5577840"/>
              </a:tblGrid>
              <a:tr h="381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Mistake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fatal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Competing on price alone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Race to bottom, no money for ads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Faking before/after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ASCI fines + bad reviews 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 face but bad product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Founder-led amplifies bad reviews faster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Ignoring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Late/wrong shipments kill more than bad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Building a warehouse on Day 1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Burns cash for show; bedroom works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Skipping CDSCO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Illegal; listing removed, inventory unsellable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Trusting 'gurus' over customers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Generic advice fails for specific brands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Expanding geography before profitability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Scale without profit = death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 burnout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Founder IS the brand. If founder breaks, brand breaks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Giving up too early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Most D2C take 12-18 months to find PMF; quitting M3 = common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21*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Hiring friends/family without skills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Avoid: hire for skill, not relationship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Hierarchy: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CATASTROPHIC (kills brand): 1, 2, 4, 6, 8, 11, 16, 19, 20  •  Serious (sets back 3-6 months): 3, 5, 7, 10, 14, 17, 18  •  Avoidable (slows growth): 9, 12, 13, 15, 21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18.1 CEO Verdict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2743200"/>
          </a:xfrm>
          <a:prstGeom prst="roundRect">
            <a:avLst/>
          </a:prstGeom>
          <a:solidFill>
            <a:srgbClr val="2F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 wrap="square"/>
          <a:lstStyle/>
          <a:p>
            <a:pPr algn="ctr"/>
            <a:r>
              <a:rPr sz="2000" b="1">
                <a:solidFill>
                  <a:srgbClr val="E2A04B"/>
                </a:solidFill>
                <a:latin typeface="Georgia"/>
              </a:rPr>
              <a:t>THE VERDICT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FFFFFF"/>
                </a:solidFill>
              </a:rPr>
              <a:t>RANGAT NATURALS is a Gujarat-origin, founder-led, ingredient-transparent Indian skincare brand for the modern Indian woman who wants effective skincare without luxury prices or 12-step routines.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FFFFFF"/>
                </a:solidFill>
              </a:rPr>
              <a:t>Launch in Ahmedabad with ONE hero product (10% Vitamin C Serum at ₹499). 1,000 customers in 4 months. ₹12L/month by M12. ₹1.5-2 Cr annual by M18. Household skincare brand from Gujarat in 3-5 years.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C5654B"/>
                </a:solidFill>
                <a:latin typeface="Calibri"/>
              </a:rPr>
              <a:t>Why this works: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Defensible white space (active % + climate testing + founder + routine simplicity + Gujarat origin) — no competitor owns this combo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Unit economics work: 60% gross margin, 25-30% marketing, profitable from M6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Customer is real (6.2 lakh monthly 'vitamin C serum' searches, +18% YoY)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Repeat engine built in (40-50% reorder rate achievable)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Execution roadmap is concrete: every day, every rupee, every metric defined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C5654B"/>
                </a:solidFill>
                <a:latin typeface="Calibri"/>
              </a:rPr>
              <a:t>THE DECISION IS CLEAR: BUILD. →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What to Do FIRST + 30-Day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F4F3E"/>
                </a:solidFill>
                <a:latin typeface="Calibri"/>
              </a:rPr>
              <a:t>If you read this entire document and only have time to do ONE thing today: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C5654B"/>
                </a:solidFill>
                <a:latin typeface="Calibri"/>
              </a:rPr>
              <a:t>Open WhatsApp. Text 30 friends and family with a personal message: "I'm launching a skincare brand. I want to make the first 10 bottles for people I know. Will you be one of them?"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C5654B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C5654B"/>
                </a:solidFill>
                <a:latin typeface="Calibri"/>
              </a:rPr>
              <a:t>That's it. That's the start. Everything else flows from there.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F4F3E"/>
                </a:solidFill>
                <a:latin typeface="Calibri"/>
              </a:rPr>
              <a:t>30-DAY PLAN (Week by Week):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0233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5029200"/>
                <a:gridCol w="274320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Key actions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 by week end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W1 (D1-7)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Lock formula, order 50 bottles + 100 samples, Shopify site, IG setup, 3 posts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Site live, IG live, ₹15-20K spent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W2 (D8-14)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Personal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WhatsApp to 50 contacts (personal), 10 orders, pack + ship + collect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10-15 customers, ₹5-7K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W3 (D15-21)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Sampling + salons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 salons × 30 samples (150 total), 20 influencer DMs, comparison Reel, apartment demo, first exhibition booked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30-50 customers, ₹20-30K revenue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W4 (D22-30)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Scale organic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Daily Reels, ₹349 launch offer to 30 units, review push, Amazon prep (20 reviews), BTS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60-80 customers, ₹25-40K, 800-1K 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60-Day Plan — Validate Ads + Amazon + Reorder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5029200"/>
                <a:gridCol w="2286000"/>
              </a:tblGrid>
              <a:tr h="152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Key actions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1524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D31-45: Amazon launch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100-130 customers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Amazon Seller Central + Brand Registry, photography, listing + A+ content, Vine program, first Meta ad test ₹300/day, micro-influencer gifting (10 creators)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100-130 customers, ₹50-70K revenue, 20-30 Amazon reviews, first ad data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1524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D46-60: Scale what's 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130-180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Meta ads scale to ₹500/day if ROAS &gt; 2x, 5 more salons, first college fest, GMB + Justdial listings, IG Live Q&amp;A, WhatsApp automation upgrade (Interakt), reorder push to all 60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130-180 customers, ₹70-100K, 1.5-2.5K IG, 8-12 salons, 10-15 influencers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60-day KPI summary: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Cumulative customers: 130-180  •  Revenue: ₹70-100K  •  Amazon reviews: 30-50  •  IG followers: 1,500-2,500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Salon partners: 8-12  •  Influencer relationships: 10-15  •  First Meta ad ROAS data  •  Reorder engine validated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Marketing spend: ₹15-20K  •  Founder operates 60 hrs/week  •  Sustainability plan: 50 hrs max, 1 day off/week, vacations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90-Day Plan — Validate ₹1L+ Monthly Revenue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5029200"/>
                <a:gridCol w="2286000"/>
              </a:tblGrid>
              <a:tr h="152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Key actions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1524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D61-75: First paid scale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200-250 customers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Meta ₹1K/day if ROAS validated, Google test ₹500/day, 5 new influencer partnerships, Nykaa application, second product prep (Hydra Moisturizer), first YouTube video, society commerce, wedding planner outreach (3)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200-250 customers, ₹1L revenue cumulative since launch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15240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D76-90: Optimize + lock repeat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240-300 cumulative, ₹1.2L monthly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Subscription setup (Loop), loyalty preview, customer-of-month feature, bundle launch ₹699, reorder rate measurement, win-back campaign, first helper hired, weekly metrics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₹1-1.5L monthly, ₹2-2.5L cumulative, 25% repeat, 2K-3K IG, 40-70 Amazon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5654B"/>
                </a:solidFill>
                <a:latin typeface="Calibri"/>
              </a:rPr>
              <a:t>90-day KPI summary: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20624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108960"/>
                <a:gridCol w="3108960"/>
              </a:tblGrid>
              <a:tr h="4156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Stretch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Cumulative customers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Month 3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₹1.2L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₹1.8L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Total revenue since launch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₹2.5L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₹3.5L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Repeat purchase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Instagram followers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4,000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Amazon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Salon partners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Influencer relationships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Team size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1.5 (founder + helper)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4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Net profit (cumulative)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₹10-30K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₹50-80K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01168"/>
          <a:lstStyle/>
          <a:p>
            <a:pPr algn="ctr"/>
            <a:r>
              <a:rPr sz="3200" b="1">
                <a:solidFill>
                  <a:srgbClr val="FFFFFF"/>
                </a:solidFill>
                <a:latin typeface="Georgia"/>
              </a:rPr>
              <a:t>Founder Schedule + Decision Rules + Final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F4F3E"/>
                </a:solidFill>
                <a:latin typeface="Calibri"/>
              </a:rPr>
              <a:t>Founder's daily schedule (after D60) — 60 hrs/week, sustainable for 18 months: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418320"/>
              </a:tblGrid>
              <a:tr h="4156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C5654B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7-8 AM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Skincare routine (use own product), Instagram story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8-9 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Review yesterday's metrics, plan the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9-11 AM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Customer support (WhatsApp + email + DMs)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11 AM-1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Content creation (shoot Reels, write captions)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2-4 PM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Operations (process orders, packaging, ship)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4-5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Influencer + salon outreach + meetings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5-6 PM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Ad review (Meta + Amazon dashboard)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6-7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Customer feedback calls (weekly)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8-10 PM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Content editing + posting</a:t>
                      </a:r>
                    </a:p>
                  </a:txBody>
                  <a:tcPr>
                    <a:solidFill>
                      <a:srgbClr val="F7F2EA"/>
                    </a:solidFill>
                  </a:tcPr>
                </a:tc>
              </a:tr>
              <a:tr h="41564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 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 close, plan tomorrow, sleep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F4F3E"/>
                </a:solidFill>
                <a:latin typeface="Calibri"/>
              </a:rPr>
              <a:t>Decision rules (when in doubt):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Helps get/keep customers + builds trust + scales profitably + not copy-able in 30 days? → Do it within 48 hours. Passes 3+ tests → execute.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56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200" b="1">
                <a:solidFill>
                  <a:srgbClr val="C5654B"/>
                </a:solidFill>
                <a:latin typeface="Calibri"/>
              </a:rPr>
              <a:t>The Final 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2F4F3E"/>
                </a:solidFill>
                <a:latin typeface="Georgia"/>
              </a:rPr>
              <a:t>"This document is not a wishlist. It's a contract with yourself."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Every number is a target. Every action is a commitment. Every metric is a checkpoint.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When you wake up tomorrow, the question is not "what should I do?" The question is: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"Did I do today's actions from the 30-day plan?"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If yes, you're building RANGAT NATURALS.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If no, you're thinking about building it.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There are 1,000+ Indian beauty brands launched every year.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50 become profitable. 10 become ₹10 Cr brands. 2-3 become household names.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This document is the path from 1,000 to 10.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The discipline to follow it is the difference.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760720"/>
            <a:ext cx="10972800" cy="731520"/>
          </a:xfrm>
          <a:prstGeom prst="roundRect">
            <a:avLst/>
          </a:prstGeom>
          <a:solidFill>
            <a:srgbClr val="2F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2000" b="1">
                <a:solidFill>
                  <a:srgbClr val="FFFFFF"/>
                </a:solidFill>
                <a:latin typeface="Georgia"/>
              </a:rPr>
              <a:t>BUILD RANGAT NATURALS  •  GUJARAT → INDIA → 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